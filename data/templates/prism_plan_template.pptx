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1075" y="669941"/>
            <a:ext cx="7408200" cy="1468800"/>
          </a:xfrm>
          <a:prstGeom prst="rect">
            <a:avLst/>
          </a:prstGeom>
          <a:noFill/>
        </p:spPr>
        <p:txBody>
          <a:bodyPr wrap="square">
            <a:spAutoFit/>
            <a:normAutofit fontScale="62500"/>
          </a:bodyPr>
          <a:lstStyle/>
          <a:p>
            <a:pPr algn="l"/>
            <a:r>
              <a:rPr sz="5000">
                <a:solidFill>
                  <a:srgbClr val="FFFFFF"/>
                </a:solidFill>
                <a:latin typeface="Barlow ExtraBold"/>
              </a:rPr>
              <a:t>[TOPIC]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2112" y="2649444"/>
            <a:ext cx="7408200" cy="431100"/>
          </a:xfrm>
          <a:prstGeom prst="rect">
            <a:avLst/>
          </a:prstGeom>
          <a:noFill/>
        </p:spPr>
        <p:txBody>
          <a:bodyPr wrap="square">
            <a:spAutoFit/>
            <a:normAutofit fontScale="62500"/>
          </a:bodyPr>
          <a:lstStyle/>
          <a:p>
            <a:pPr algn="l"/>
            <a:r>
              <a:rPr sz="1600">
                <a:solidFill>
                  <a:srgbClr val="C0C0C0"/>
                </a:solidFill>
                <a:latin typeface="Barlow Medium"/>
              </a:rPr>
              <a:t>[ADVERTISER]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2112" y="3200000"/>
            <a:ext cx="7408200" cy="300000"/>
          </a:xfrm>
          <a:prstGeom prst="rect">
            <a:avLst/>
          </a:prstGeom>
          <a:noFill/>
        </p:spPr>
        <p:txBody>
          <a:bodyPr wrap="square">
            <a:spAutoFit/>
            <a:normAutofit fontScale="62500"/>
          </a:bodyPr>
          <a:lstStyle/>
          <a:p>
            <a:pPr algn="l"/>
            <a:r>
              <a:rPr sz="1400">
                <a:solidFill>
                  <a:srgbClr val="1F89DF"/>
                </a:solidFill>
                <a:latin typeface="Barlow"/>
              </a:rPr>
              <a:t>KPI: [KPI]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3225" y="4280675"/>
            <a:ext cx="1365376" cy="58267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975" y="4381513"/>
            <a:ext cx="1236526" cy="3809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1075" y="280000"/>
            <a:ext cx="7884000" cy="500000"/>
          </a:xfrm>
          <a:prstGeom prst="rect">
            <a:avLst/>
          </a:prstGeom>
          <a:noFill/>
        </p:spPr>
        <p:txBody>
          <a:bodyPr wrap="square">
            <a:spAutoFit/>
            <a:normAutofit fontScale="62500"/>
          </a:bodyPr>
          <a:lstStyle/>
          <a:p>
            <a:pPr algn="l"/>
            <a:r>
              <a:rPr sz="3200">
                <a:solidFill>
                  <a:srgbClr val="FFFFFF"/>
                </a:solidFill>
                <a:latin typeface="Barlow ExtraBold"/>
              </a:rPr>
              <a:t>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1075" y="950000"/>
            <a:ext cx="2400000" cy="700000"/>
          </a:xfrm>
          <a:prstGeom prst="rect">
            <a:avLst/>
          </a:prstGeom>
          <a:noFill/>
        </p:spPr>
        <p:txBody>
          <a:bodyPr wrap="square">
            <a:spAutoFit/>
            <a:normAutofit fontScale="62500"/>
          </a:bodyPr>
          <a:lstStyle/>
          <a:p>
            <a:pPr algn="l"/>
            <a:r>
              <a:rPr sz="4000">
                <a:solidFill>
                  <a:srgbClr val="FFFFFF"/>
                </a:solidFill>
                <a:latin typeface="Barlow ExtraBold"/>
              </a:rPr>
              <a:t>[VALUE]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1075" y="1650000"/>
            <a:ext cx="2400000" cy="450000"/>
          </a:xfrm>
          <a:prstGeom prst="rect">
            <a:avLst/>
          </a:prstGeom>
          <a:noFill/>
        </p:spPr>
        <p:txBody>
          <a:bodyPr wrap="square">
            <a:spAutoFit/>
            <a:normAutofit fontScale="62500"/>
          </a:bodyPr>
          <a:lstStyle/>
          <a:p>
            <a:pPr algn="l"/>
            <a:r>
              <a:rPr sz="1100">
                <a:solidFill>
                  <a:srgbClr val="C0C0C0"/>
                </a:solidFill>
                <a:latin typeface="Barlow"/>
              </a:rPr>
              <a:t>[LABEL]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00000" y="950000"/>
            <a:ext cx="2400000" cy="700000"/>
          </a:xfrm>
          <a:prstGeom prst="rect">
            <a:avLst/>
          </a:prstGeom>
          <a:noFill/>
        </p:spPr>
        <p:txBody>
          <a:bodyPr wrap="square">
            <a:spAutoFit/>
            <a:normAutofit fontScale="62500"/>
          </a:bodyPr>
          <a:lstStyle/>
          <a:p>
            <a:pPr algn="l"/>
            <a:r>
              <a:rPr sz="4000">
                <a:solidFill>
                  <a:srgbClr val="FFFFFF"/>
                </a:solidFill>
                <a:latin typeface="Barlow ExtraBold"/>
              </a:rPr>
              <a:t>[VALUE]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00000" y="1650000"/>
            <a:ext cx="2400000" cy="450000"/>
          </a:xfrm>
          <a:prstGeom prst="rect">
            <a:avLst/>
          </a:prstGeom>
          <a:noFill/>
        </p:spPr>
        <p:txBody>
          <a:bodyPr wrap="square">
            <a:spAutoFit/>
            <a:normAutofit fontScale="62500"/>
          </a:bodyPr>
          <a:lstStyle/>
          <a:p>
            <a:pPr algn="l"/>
            <a:r>
              <a:rPr sz="1100">
                <a:solidFill>
                  <a:srgbClr val="C0C0C0"/>
                </a:solidFill>
                <a:latin typeface="Barlow"/>
              </a:rPr>
              <a:t>[LABEL]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68925" y="950000"/>
            <a:ext cx="2400000" cy="700000"/>
          </a:xfrm>
          <a:prstGeom prst="rect">
            <a:avLst/>
          </a:prstGeom>
          <a:noFill/>
        </p:spPr>
        <p:txBody>
          <a:bodyPr wrap="square">
            <a:spAutoFit/>
            <a:normAutofit fontScale="62500"/>
          </a:bodyPr>
          <a:lstStyle/>
          <a:p>
            <a:pPr algn="l"/>
            <a:r>
              <a:rPr sz="4000">
                <a:solidFill>
                  <a:srgbClr val="FFFFFF"/>
                </a:solidFill>
                <a:latin typeface="Barlow ExtraBold"/>
              </a:rPr>
              <a:t>[VALUE]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8925" y="1650000"/>
            <a:ext cx="2400000" cy="450000"/>
          </a:xfrm>
          <a:prstGeom prst="rect">
            <a:avLst/>
          </a:prstGeom>
          <a:noFill/>
        </p:spPr>
        <p:txBody>
          <a:bodyPr wrap="square">
            <a:spAutoFit/>
            <a:normAutofit fontScale="62500"/>
          </a:bodyPr>
          <a:lstStyle/>
          <a:p>
            <a:pPr algn="l"/>
            <a:r>
              <a:rPr sz="1100">
                <a:solidFill>
                  <a:srgbClr val="C0C0C0"/>
                </a:solidFill>
                <a:latin typeface="Barlow"/>
              </a:rPr>
              <a:t>[LABEL]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075" y="2900000"/>
            <a:ext cx="2400000" cy="700000"/>
          </a:xfrm>
          <a:prstGeom prst="rect">
            <a:avLst/>
          </a:prstGeom>
          <a:noFill/>
        </p:spPr>
        <p:txBody>
          <a:bodyPr wrap="square">
            <a:spAutoFit/>
            <a:normAutofit fontScale="62500"/>
          </a:bodyPr>
          <a:lstStyle/>
          <a:p>
            <a:pPr algn="l"/>
            <a:r>
              <a:rPr sz="4000">
                <a:solidFill>
                  <a:srgbClr val="FFFFFF"/>
                </a:solidFill>
                <a:latin typeface="Barlow ExtraBold"/>
              </a:rPr>
              <a:t>[VALUE]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1075" y="3600000"/>
            <a:ext cx="2400000" cy="450000"/>
          </a:xfrm>
          <a:prstGeom prst="rect">
            <a:avLst/>
          </a:prstGeom>
          <a:noFill/>
        </p:spPr>
        <p:txBody>
          <a:bodyPr wrap="square">
            <a:spAutoFit/>
            <a:normAutofit fontScale="62500"/>
          </a:bodyPr>
          <a:lstStyle/>
          <a:p>
            <a:pPr algn="l"/>
            <a:r>
              <a:rPr sz="1100">
                <a:solidFill>
                  <a:srgbClr val="C0C0C0"/>
                </a:solidFill>
                <a:latin typeface="Barlow"/>
              </a:rPr>
              <a:t>[LABEL]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0000" y="2900000"/>
            <a:ext cx="2400000" cy="700000"/>
          </a:xfrm>
          <a:prstGeom prst="rect">
            <a:avLst/>
          </a:prstGeom>
          <a:noFill/>
        </p:spPr>
        <p:txBody>
          <a:bodyPr wrap="square">
            <a:spAutoFit/>
            <a:normAutofit fontScale="62500"/>
          </a:bodyPr>
          <a:lstStyle/>
          <a:p>
            <a:pPr algn="l"/>
            <a:r>
              <a:rPr sz="4000">
                <a:solidFill>
                  <a:srgbClr val="FFFFFF"/>
                </a:solidFill>
                <a:latin typeface="Barlow ExtraBold"/>
              </a:rPr>
              <a:t>[VALUE]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0000" y="3600000"/>
            <a:ext cx="2400000" cy="450000"/>
          </a:xfrm>
          <a:prstGeom prst="rect">
            <a:avLst/>
          </a:prstGeom>
          <a:noFill/>
        </p:spPr>
        <p:txBody>
          <a:bodyPr wrap="square">
            <a:spAutoFit/>
            <a:normAutofit fontScale="62500"/>
          </a:bodyPr>
          <a:lstStyle/>
          <a:p>
            <a:pPr algn="l"/>
            <a:r>
              <a:rPr sz="1100">
                <a:solidFill>
                  <a:srgbClr val="C0C0C0"/>
                </a:solidFill>
                <a:latin typeface="Barlow"/>
              </a:rPr>
              <a:t>[LABEL]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8925" y="2900000"/>
            <a:ext cx="2400000" cy="700000"/>
          </a:xfrm>
          <a:prstGeom prst="rect">
            <a:avLst/>
          </a:prstGeom>
          <a:noFill/>
        </p:spPr>
        <p:txBody>
          <a:bodyPr wrap="square">
            <a:spAutoFit/>
            <a:normAutofit fontScale="62500"/>
          </a:bodyPr>
          <a:lstStyle/>
          <a:p>
            <a:pPr algn="l"/>
            <a:r>
              <a:rPr sz="4000">
                <a:solidFill>
                  <a:srgbClr val="FFFFFF"/>
                </a:solidFill>
                <a:latin typeface="Barlow ExtraBold"/>
              </a:rPr>
              <a:t>[VALUE]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8925" y="3600000"/>
            <a:ext cx="2400000" cy="450000"/>
          </a:xfrm>
          <a:prstGeom prst="rect">
            <a:avLst/>
          </a:prstGeom>
          <a:noFill/>
        </p:spPr>
        <p:txBody>
          <a:bodyPr wrap="square">
            <a:spAutoFit/>
            <a:normAutofit fontScale="62500"/>
          </a:bodyPr>
          <a:lstStyle/>
          <a:p>
            <a:pPr algn="l"/>
            <a:r>
              <a:rPr sz="1100">
                <a:solidFill>
                  <a:srgbClr val="C0C0C0"/>
                </a:solidFill>
                <a:latin typeface="Barlow"/>
              </a:rPr>
              <a:t>[LABEL]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2975" y="4381513"/>
            <a:ext cx="1236526" cy="3809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1075" y="350000"/>
            <a:ext cx="3800000" cy="500000"/>
          </a:xfrm>
          <a:prstGeom prst="rect">
            <a:avLst/>
          </a:prstGeom>
          <a:noFill/>
        </p:spPr>
        <p:txBody>
          <a:bodyPr wrap="square">
            <a:spAutoFit/>
            <a:normAutofit fontScale="62500"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Barlow ExtraBold"/>
              </a:rPr>
              <a:t>Advertiser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1075" y="900000"/>
            <a:ext cx="3800000" cy="3600000"/>
          </a:xfrm>
          <a:prstGeom prst="rect">
            <a:avLst/>
          </a:prstGeom>
          <a:noFill/>
        </p:spPr>
        <p:txBody>
          <a:bodyPr wrap="square">
            <a:spAutoFit/>
            <a:normAutofit fontScale="62500"/>
          </a:bodyPr>
          <a:lstStyle/>
          <a:p>
            <a:pPr algn="l"/>
            <a:r>
              <a:rPr sz="1400">
                <a:solidFill>
                  <a:srgbClr val="C0C0C0"/>
                </a:solidFill>
                <a:latin typeface="Barlow"/>
              </a:rPr>
              <a:t>[LEFT_BODY]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000" y="350000"/>
            <a:ext cx="3800000" cy="500000"/>
          </a:xfrm>
          <a:prstGeom prst="rect">
            <a:avLst/>
          </a:prstGeom>
          <a:noFill/>
        </p:spPr>
        <p:txBody>
          <a:bodyPr wrap="square">
            <a:spAutoFit/>
            <a:normAutofit fontScale="62500"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Barlow ExtraBold"/>
              </a:rPr>
              <a:t>Editorial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000" y="900000"/>
            <a:ext cx="3800000" cy="3600000"/>
          </a:xfrm>
          <a:prstGeom prst="rect">
            <a:avLst/>
          </a:prstGeom>
          <a:noFill/>
        </p:spPr>
        <p:txBody>
          <a:bodyPr wrap="square">
            <a:spAutoFit/>
            <a:normAutofit fontScale="62500"/>
          </a:bodyPr>
          <a:lstStyle/>
          <a:p>
            <a:pPr algn="l"/>
            <a:r>
              <a:rPr sz="1400">
                <a:solidFill>
                  <a:srgbClr val="C0C0C0"/>
                </a:solidFill>
                <a:latin typeface="Barlow"/>
              </a:rPr>
              <a:t>[RIGHT_BODY]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2975" y="4381513"/>
            <a:ext cx="1236526" cy="3809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1075" y="350000"/>
            <a:ext cx="7884000" cy="600000"/>
          </a:xfrm>
          <a:prstGeom prst="rect">
            <a:avLst/>
          </a:prstGeom>
          <a:noFill/>
        </p:spPr>
        <p:txBody>
          <a:bodyPr wrap="square">
            <a:spAutoFit/>
            <a:normAutofit fontScale="62500"/>
          </a:bodyPr>
          <a:lstStyle/>
          <a:p>
            <a:pPr algn="l"/>
            <a:r>
              <a:rPr sz="3200">
                <a:solidFill>
                  <a:srgbClr val="FFFFFF"/>
                </a:solidFill>
                <a:latin typeface="Barlow ExtraBold"/>
              </a:rPr>
              <a:t>Messaging &amp; 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1075" y="1050000"/>
            <a:ext cx="7884000" cy="3500000"/>
          </a:xfrm>
          <a:prstGeom prst="rect">
            <a:avLst/>
          </a:prstGeom>
          <a:noFill/>
        </p:spPr>
        <p:txBody>
          <a:bodyPr wrap="square">
            <a:spAutoFit/>
            <a:normAutofit fontScale="62500"/>
          </a:bodyPr>
          <a:lstStyle/>
          <a:p>
            <a:pPr algn="l"/>
            <a:r>
              <a:rPr sz="1400">
                <a:solidFill>
                  <a:srgbClr val="C0C0C0"/>
                </a:solidFill>
                <a:latin typeface="Barlow"/>
              </a:rPr>
              <a:t>[BODY]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2975" y="4381513"/>
            <a:ext cx="1236526" cy="3809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1075" y="350000"/>
            <a:ext cx="7884000" cy="600000"/>
          </a:xfrm>
          <a:prstGeom prst="rect">
            <a:avLst/>
          </a:prstGeom>
          <a:noFill/>
        </p:spPr>
        <p:txBody>
          <a:bodyPr wrap="square">
            <a:spAutoFit/>
            <a:normAutofit fontScale="62500"/>
          </a:bodyPr>
          <a:lstStyle/>
          <a:p>
            <a:pPr algn="l"/>
            <a:r>
              <a:rPr sz="3200">
                <a:solidFill>
                  <a:srgbClr val="FFFFFF"/>
                </a:solidFill>
                <a:latin typeface="Barlow ExtraBold"/>
              </a:rPr>
              <a:t>Recommended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1075" y="1050000"/>
            <a:ext cx="7884000" cy="2400000"/>
          </a:xfrm>
          <a:prstGeom prst="rect">
            <a:avLst/>
          </a:prstGeom>
          <a:noFill/>
        </p:spPr>
        <p:txBody>
          <a:bodyPr wrap="square">
            <a:spAutoFit/>
            <a:normAutofit fontScale="62500"/>
          </a:bodyPr>
          <a:lstStyle/>
          <a:p>
            <a:pPr algn="l"/>
            <a:r>
              <a:rPr sz="1400">
                <a:solidFill>
                  <a:srgbClr val="C0C0C0"/>
                </a:solidFill>
                <a:latin typeface="Barlow"/>
              </a:rPr>
              <a:t>[PRODUCTS]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1075" y="3700000"/>
            <a:ext cx="7884000" cy="800000"/>
          </a:xfrm>
          <a:prstGeom prst="rect">
            <a:avLst/>
          </a:prstGeom>
          <a:noFill/>
        </p:spPr>
        <p:txBody>
          <a:bodyPr wrap="square">
            <a:spAutoFit/>
            <a:normAutofit fontScale="62500"/>
          </a:bodyPr>
          <a:lstStyle/>
          <a:p>
            <a:pPr algn="ctr"/>
            <a:r>
              <a:rPr sz="1400">
                <a:solidFill>
                  <a:srgbClr val="1F89DF"/>
                </a:solidFill>
                <a:latin typeface="Barlow Medium"/>
              </a:rPr>
              <a:t>[CTA]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3225" y="4280675"/>
            <a:ext cx="1365376" cy="58267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975" y="4381513"/>
            <a:ext cx="1236526" cy="3809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